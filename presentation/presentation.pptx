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0" r:id="rId9"/>
    <p:sldId id="259" r:id="rId10"/>
    <p:sldId id="273" r:id="rId11"/>
    <p:sldId id="274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2"/>
    <p:restoredTop sz="94574"/>
  </p:normalViewPr>
  <p:slideViewPr>
    <p:cSldViewPr snapToGrid="0" snapToObjects="1">
      <p:cViewPr>
        <p:scale>
          <a:sx n="80" d="100"/>
          <a:sy n="80" d="100"/>
        </p:scale>
        <p:origin x="184" y="1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2DA0B-B190-714F-A0CB-40B8C55C325D}" type="datetimeFigureOut">
              <a:rPr lang="en-US" smtClean="0"/>
              <a:t>7/17/17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2D467-E325-C14F-A413-3C54BF9E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04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62D467-E325-C14F-A413-3C54BF9EBE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6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62D467-E325-C14F-A413-3C54BF9EBE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34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62D467-E325-C14F-A413-3C54BF9EBE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84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62D467-E325-C14F-A413-3C54BF9EBE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98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D022-5601-2A4A-9F73-DC7685CDC48E}" type="datetimeFigureOut">
              <a:rPr lang="en-US" smtClean="0"/>
              <a:t>7/17/17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D7A1-5BA5-2749-A9F8-60D319C4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00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D022-5601-2A4A-9F73-DC7685CDC48E}" type="datetimeFigureOut">
              <a:rPr lang="en-US" smtClean="0"/>
              <a:t>7/17/17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D7A1-5BA5-2749-A9F8-60D319C4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1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D022-5601-2A4A-9F73-DC7685CDC48E}" type="datetimeFigureOut">
              <a:rPr lang="en-US" smtClean="0"/>
              <a:t>7/17/17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D7A1-5BA5-2749-A9F8-60D319C4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36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D022-5601-2A4A-9F73-DC7685CDC48E}" type="datetimeFigureOut">
              <a:rPr lang="en-US" smtClean="0"/>
              <a:t>7/17/17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D7A1-5BA5-2749-A9F8-60D319C4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9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D022-5601-2A4A-9F73-DC7685CDC48E}" type="datetimeFigureOut">
              <a:rPr lang="en-US" smtClean="0"/>
              <a:t>7/17/17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D7A1-5BA5-2749-A9F8-60D319C4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4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D022-5601-2A4A-9F73-DC7685CDC48E}" type="datetimeFigureOut">
              <a:rPr lang="en-US" smtClean="0"/>
              <a:t>7/17/17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D7A1-5BA5-2749-A9F8-60D319C4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06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D022-5601-2A4A-9F73-DC7685CDC48E}" type="datetimeFigureOut">
              <a:rPr lang="en-US" smtClean="0"/>
              <a:t>7/17/17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D7A1-5BA5-2749-A9F8-60D319C4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12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D022-5601-2A4A-9F73-DC7685CDC48E}" type="datetimeFigureOut">
              <a:rPr lang="en-US" smtClean="0"/>
              <a:t>7/17/17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D7A1-5BA5-2749-A9F8-60D319C4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49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D022-5601-2A4A-9F73-DC7685CDC48E}" type="datetimeFigureOut">
              <a:rPr lang="en-US" smtClean="0"/>
              <a:t>7/17/17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D7A1-5BA5-2749-A9F8-60D319C4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7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D022-5601-2A4A-9F73-DC7685CDC48E}" type="datetimeFigureOut">
              <a:rPr lang="en-US" smtClean="0"/>
              <a:t>7/17/17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D7A1-5BA5-2749-A9F8-60D319C4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73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D022-5601-2A4A-9F73-DC7685CDC48E}" type="datetimeFigureOut">
              <a:rPr lang="en-US" smtClean="0"/>
              <a:t>7/17/17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D7A1-5BA5-2749-A9F8-60D319C4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25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ED022-5601-2A4A-9F73-DC7685CDC48E}" type="datetimeFigureOut">
              <a:rPr lang="en-US" smtClean="0"/>
              <a:t>7/17/17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8D7A1-5BA5-2749-A9F8-60D319C4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24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tif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Differentially Private Location-based Histogram Publication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816" y="2108723"/>
            <a:ext cx="1240367" cy="12403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27147" y="6203611"/>
            <a:ext cx="24817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Student: CHAN, Lo </a:t>
            </a:r>
            <a:r>
              <a:rPr lang="en-US" sz="1400" dirty="0" err="1" smtClean="0"/>
              <a:t>Yuet</a:t>
            </a:r>
            <a:endParaRPr lang="en-US" sz="1400" dirty="0" smtClean="0"/>
          </a:p>
          <a:p>
            <a:r>
              <a:rPr lang="en-US" sz="1400" dirty="0" err="1" smtClean="0"/>
              <a:t>Supervisor:LOUKIDES</a:t>
            </a:r>
            <a:r>
              <a:rPr lang="en-US" sz="1400" dirty="0" smtClean="0"/>
              <a:t>, </a:t>
            </a:r>
            <a:r>
              <a:rPr lang="en-US" sz="1400" dirty="0" err="1" smtClean="0"/>
              <a:t>Grigorios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201647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MOTIVATION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Social </a:t>
            </a:r>
            <a:r>
              <a:rPr lang="en-US" dirty="0" err="1" smtClean="0"/>
              <a:t>plaform</a:t>
            </a:r>
            <a:r>
              <a:rPr lang="en-US" dirty="0" smtClean="0"/>
              <a:t> is part of our life</a:t>
            </a:r>
            <a:endParaRPr lang="en-US" dirty="0" smtClean="0"/>
          </a:p>
          <a:p>
            <a:r>
              <a:rPr lang="en-US" dirty="0" smtClean="0"/>
              <a:t>Private, sensitive information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Valuable data about life pattern and </a:t>
            </a:r>
            <a:r>
              <a:rPr lang="en-US" dirty="0" err="1" smtClean="0"/>
              <a:t>behaviour</a:t>
            </a:r>
            <a:endParaRPr lang="en-US" dirty="0"/>
          </a:p>
          <a:p>
            <a:r>
              <a:rPr lang="en-US" dirty="0" smtClean="0"/>
              <a:t>Privacy infringement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Blur datasets into each other</a:t>
            </a:r>
          </a:p>
          <a:p>
            <a:r>
              <a:rPr lang="en-US" dirty="0" smtClean="0"/>
              <a:t>Preserving important pattern in datasets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9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PROBLEM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Apply </a:t>
            </a:r>
            <a:r>
              <a:rPr lang="en-US" dirty="0" err="1" smtClean="0"/>
              <a:t>i.i.d</a:t>
            </a:r>
            <a:r>
              <a:rPr lang="en-US" dirty="0" smtClean="0"/>
              <a:t>. Laplace noise</a:t>
            </a:r>
          </a:p>
          <a:p>
            <a:r>
              <a:rPr lang="en-US" dirty="0" smtClean="0"/>
              <a:t>Lap (</a:t>
            </a:r>
            <a:r>
              <a:rPr lang="en-US" dirty="0" smtClean="0">
                <a:sym typeface="Symbol" charset="2"/>
              </a:rPr>
              <a:t>, b)</a:t>
            </a:r>
            <a:endParaRPr lang="en-GB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247" y="3478272"/>
            <a:ext cx="3841553" cy="269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242" y="2371264"/>
            <a:ext cx="3663043" cy="42117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PROBLEM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Apply </a:t>
            </a:r>
            <a:r>
              <a:rPr lang="en-US" dirty="0" err="1" smtClean="0"/>
              <a:t>i.i.d</a:t>
            </a:r>
            <a:r>
              <a:rPr lang="en-US" dirty="0" smtClean="0"/>
              <a:t>. Laplace noise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65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PROBLEM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Apply </a:t>
            </a:r>
            <a:r>
              <a:rPr lang="en-US" dirty="0" err="1" smtClean="0"/>
              <a:t>i.i.d</a:t>
            </a:r>
            <a:r>
              <a:rPr lang="en-US" dirty="0" smtClean="0"/>
              <a:t>. Laplace noise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242" y="2371264"/>
            <a:ext cx="3663043" cy="421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41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PROBLEM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Apply </a:t>
            </a:r>
            <a:r>
              <a:rPr lang="en-US" dirty="0" err="1" smtClean="0"/>
              <a:t>i.i.d</a:t>
            </a:r>
            <a:r>
              <a:rPr lang="en-US" dirty="0" smtClean="0"/>
              <a:t>. Laplace noise</a:t>
            </a:r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643" y="2217826"/>
            <a:ext cx="4392000" cy="43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37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471" y="2217826"/>
            <a:ext cx="4392000" cy="439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PROBLEM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Apply </a:t>
            </a:r>
            <a:r>
              <a:rPr lang="en-US" dirty="0" err="1" smtClean="0"/>
              <a:t>i.i.d</a:t>
            </a:r>
            <a:r>
              <a:rPr lang="en-US" dirty="0" smtClean="0"/>
              <a:t>. Laplace noise</a:t>
            </a:r>
          </a:p>
          <a:p>
            <a:r>
              <a:rPr lang="en-US" dirty="0" smtClean="0"/>
              <a:t>Result in high chance of getting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invalid values</a:t>
            </a:r>
          </a:p>
          <a:p>
            <a:endParaRPr lang="en-US" dirty="0"/>
          </a:p>
        </p:txBody>
      </p:sp>
      <p:sp>
        <p:nvSpPr>
          <p:cNvPr id="5" name="Up-Down Arrow 4"/>
          <p:cNvSpPr/>
          <p:nvPr/>
        </p:nvSpPr>
        <p:spPr>
          <a:xfrm>
            <a:off x="7179174" y="5764920"/>
            <a:ext cx="45719" cy="54698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65062" y="5853744"/>
            <a:ext cx="1461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Invalid Values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90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38" y="2213606"/>
            <a:ext cx="4396220" cy="43962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PROBLEM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Apply </a:t>
            </a:r>
            <a:r>
              <a:rPr lang="en-US" dirty="0" err="1" smtClean="0"/>
              <a:t>i.i.d</a:t>
            </a:r>
            <a:r>
              <a:rPr lang="en-US" dirty="0" smtClean="0"/>
              <a:t>. Laplace noise</a:t>
            </a:r>
          </a:p>
          <a:p>
            <a:r>
              <a:rPr lang="en-US" dirty="0" smtClean="0"/>
              <a:t>Result in high chance of getting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invalid values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Apply </a:t>
            </a:r>
            <a:r>
              <a:rPr lang="en-US" dirty="0" err="1" smtClean="0"/>
              <a:t>i.d</a:t>
            </a:r>
            <a:r>
              <a:rPr lang="en-US" dirty="0" err="1"/>
              <a:t>.</a:t>
            </a:r>
            <a:r>
              <a:rPr lang="en-US" dirty="0"/>
              <a:t> Laplace </a:t>
            </a:r>
            <a:r>
              <a:rPr lang="en-US" dirty="0" smtClean="0"/>
              <a:t>noise</a:t>
            </a:r>
          </a:p>
          <a:p>
            <a:r>
              <a:rPr lang="en-US" dirty="0" err="1" smtClean="0"/>
              <a:t>Minimise</a:t>
            </a:r>
            <a:r>
              <a:rPr lang="en-US" dirty="0" smtClean="0"/>
              <a:t>/reduce the change of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getting invalid values</a:t>
            </a:r>
            <a:endParaRPr lang="en-US" dirty="0"/>
          </a:p>
        </p:txBody>
      </p:sp>
      <p:sp>
        <p:nvSpPr>
          <p:cNvPr id="5" name="Up-Down Arrow 4"/>
          <p:cNvSpPr/>
          <p:nvPr/>
        </p:nvSpPr>
        <p:spPr>
          <a:xfrm>
            <a:off x="7179174" y="5764920"/>
            <a:ext cx="45719" cy="12470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507937" y="5642606"/>
            <a:ext cx="1461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Invalid Values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99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APPROACH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Statistical proof</a:t>
            </a:r>
          </a:p>
          <a:p>
            <a:r>
              <a:rPr lang="en-US" dirty="0" smtClean="0"/>
              <a:t>Test &amp; Experiment</a:t>
            </a:r>
          </a:p>
          <a:p>
            <a:pPr lvl="1"/>
            <a:r>
              <a:rPr lang="en-US" dirty="0" smtClean="0"/>
              <a:t>Four open datasets from </a:t>
            </a:r>
            <a:r>
              <a:rPr lang="en-US" dirty="0" err="1" smtClean="0"/>
              <a:t>FourSquares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Apply </a:t>
            </a:r>
            <a:r>
              <a:rPr lang="en-US" dirty="0" err="1" smtClean="0"/>
              <a:t>Laplacian</a:t>
            </a:r>
            <a:r>
              <a:rPr lang="en-US" dirty="0" smtClean="0"/>
              <a:t> noise with scale (b) relative to the count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Apply </a:t>
            </a:r>
            <a:r>
              <a:rPr lang="en-US" dirty="0" err="1" smtClean="0"/>
              <a:t>Laplacian</a:t>
            </a:r>
            <a:r>
              <a:rPr lang="en-US" dirty="0" smtClean="0"/>
              <a:t> noise after testing all possible combinations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Apply </a:t>
            </a:r>
            <a:r>
              <a:rPr lang="en-US" dirty="0" err="1" smtClean="0"/>
              <a:t>Laplacian</a:t>
            </a:r>
            <a:r>
              <a:rPr lang="en-US" dirty="0" smtClean="0"/>
              <a:t> noise according to sorted rank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0012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APPROACH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Statistical proof</a:t>
            </a:r>
          </a:p>
          <a:p>
            <a:r>
              <a:rPr lang="en-US" dirty="0" smtClean="0"/>
              <a:t>Test &amp; Experiment</a:t>
            </a:r>
          </a:p>
          <a:p>
            <a:pPr lvl="1"/>
            <a:r>
              <a:rPr lang="en-US" dirty="0" smtClean="0"/>
              <a:t>Four open datasets from </a:t>
            </a:r>
            <a:r>
              <a:rPr lang="en-US" dirty="0" err="1" smtClean="0"/>
              <a:t>FourSquares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strike="sngStrike" dirty="0" smtClean="0"/>
              <a:t>Apply </a:t>
            </a:r>
            <a:r>
              <a:rPr lang="en-US" strike="sngStrike" dirty="0" err="1" smtClean="0"/>
              <a:t>Laplacian</a:t>
            </a:r>
            <a:r>
              <a:rPr lang="en-US" strike="sngStrike" dirty="0" smtClean="0"/>
              <a:t> noise with scale (b) relative to the count</a:t>
            </a:r>
            <a:endParaRPr lang="en-US" strike="sngStrike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Apply </a:t>
            </a:r>
            <a:r>
              <a:rPr lang="en-US" dirty="0" err="1" smtClean="0"/>
              <a:t>Laplacian</a:t>
            </a:r>
            <a:r>
              <a:rPr lang="en-US" dirty="0" smtClean="0"/>
              <a:t> noise after testing all possible combinations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Apply </a:t>
            </a:r>
            <a:r>
              <a:rPr lang="en-US" dirty="0" err="1" smtClean="0"/>
              <a:t>Laplacian</a:t>
            </a:r>
            <a:r>
              <a:rPr lang="en-US" dirty="0" smtClean="0"/>
              <a:t> noise according to sorted rank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3748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APPROACH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Statistical proof</a:t>
            </a:r>
          </a:p>
          <a:p>
            <a:r>
              <a:rPr lang="en-US" dirty="0" smtClean="0"/>
              <a:t>Test &amp; Experiment</a:t>
            </a:r>
          </a:p>
          <a:p>
            <a:pPr lvl="1"/>
            <a:r>
              <a:rPr lang="en-US" dirty="0" smtClean="0"/>
              <a:t>Four open datasets from </a:t>
            </a:r>
            <a:r>
              <a:rPr lang="en-US" dirty="0" err="1" smtClean="0"/>
              <a:t>FourSquares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strike="sngStrike" dirty="0" smtClean="0"/>
              <a:t>Apply </a:t>
            </a:r>
            <a:r>
              <a:rPr lang="en-US" strike="sngStrike" dirty="0" err="1" smtClean="0"/>
              <a:t>Laplacian</a:t>
            </a:r>
            <a:r>
              <a:rPr lang="en-US" strike="sngStrike" dirty="0" smtClean="0"/>
              <a:t> noise with scale (b) relative to the count</a:t>
            </a:r>
            <a:endParaRPr lang="en-US" strike="sngStrike" dirty="0" smtClean="0"/>
          </a:p>
          <a:p>
            <a:pPr marL="514350" indent="-514350">
              <a:buFont typeface="+mj-lt"/>
              <a:buAutoNum type="arabicPeriod"/>
            </a:pPr>
            <a:r>
              <a:rPr lang="en-US" strike="sngStrike" dirty="0" smtClean="0"/>
              <a:t>Apply </a:t>
            </a:r>
            <a:r>
              <a:rPr lang="en-US" strike="sngStrike" dirty="0" err="1" smtClean="0"/>
              <a:t>Laplacian</a:t>
            </a:r>
            <a:r>
              <a:rPr lang="en-US" strike="sngStrike" dirty="0" smtClean="0"/>
              <a:t> noise after testing all possible combinations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Apply </a:t>
            </a:r>
            <a:r>
              <a:rPr lang="en-US" dirty="0" err="1" smtClean="0"/>
              <a:t>Laplacian</a:t>
            </a:r>
            <a:r>
              <a:rPr lang="en-US" dirty="0" smtClean="0"/>
              <a:t> noise according to sorted rank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7645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RESULT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Utility Metrics</a:t>
            </a:r>
          </a:p>
          <a:p>
            <a:pPr lvl="1"/>
            <a:r>
              <a:rPr lang="en-US" dirty="0" smtClean="0"/>
              <a:t>KLD (measuring preservation of data distribution)</a:t>
            </a:r>
          </a:p>
          <a:p>
            <a:pPr lvl="1"/>
            <a:r>
              <a:rPr lang="en-US" dirty="0" smtClean="0"/>
              <a:t>MSE (measuring error of range queries)</a:t>
            </a:r>
          </a:p>
          <a:p>
            <a:endParaRPr lang="en-US" dirty="0"/>
          </a:p>
          <a:p>
            <a:r>
              <a:rPr lang="en-US" dirty="0" smtClean="0"/>
              <a:t>Anticipate to outperform on both KLD and MSE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966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Q &amp; A   SECTION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9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272</Words>
  <Application>Microsoft Macintosh PowerPoint</Application>
  <PresentationFormat>Widescreen</PresentationFormat>
  <Paragraphs>70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Calibri Light</vt:lpstr>
      <vt:lpstr>Symbol</vt:lpstr>
      <vt:lpstr>Arial</vt:lpstr>
      <vt:lpstr>Office Theme</vt:lpstr>
      <vt:lpstr>PowerPoint Presentation</vt:lpstr>
      <vt:lpstr>MOTIVATION</vt:lpstr>
      <vt:lpstr>PROBLEM</vt:lpstr>
      <vt:lpstr>PROBLEM</vt:lpstr>
      <vt:lpstr>PROBLEM</vt:lpstr>
      <vt:lpstr>PROBLEM</vt:lpstr>
      <vt:lpstr>PROBLEM</vt:lpstr>
      <vt:lpstr>PROBLEM</vt:lpstr>
      <vt:lpstr>APPROACH</vt:lpstr>
      <vt:lpstr>APPROACH</vt:lpstr>
      <vt:lpstr>APPROACH</vt:lpstr>
      <vt:lpstr>RESULT</vt:lpstr>
      <vt:lpstr>Q &amp; A   SECTION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 Yuet Chan</dc:creator>
  <cp:lastModifiedBy>Lo Yuet Chan</cp:lastModifiedBy>
  <cp:revision>20</cp:revision>
  <dcterms:created xsi:type="dcterms:W3CDTF">2017-03-21T20:00:51Z</dcterms:created>
  <dcterms:modified xsi:type="dcterms:W3CDTF">2017-07-17T20:39:22Z</dcterms:modified>
</cp:coreProperties>
</file>